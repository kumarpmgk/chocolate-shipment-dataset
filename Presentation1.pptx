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310C"/>
    <a:srgbClr val="9B2525"/>
    <a:srgbClr val="660033"/>
    <a:srgbClr val="463C1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4849D3-BA12-49A8-BECB-6AF5CD30DDBF}" v="7" dt="2026-01-27T05:41:07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ish kumar" userId="a03ec394cb0fcb09" providerId="LiveId" clId="{ACE433F8-249B-41B7-BAC7-82D927F81E27}"/>
    <pc:docChg chg="undo custSel modSld">
      <pc:chgData name="Girish kumar" userId="a03ec394cb0fcb09" providerId="LiveId" clId="{ACE433F8-249B-41B7-BAC7-82D927F81E27}" dt="2026-01-27T05:41:07.631" v="13" actId="164"/>
      <pc:docMkLst>
        <pc:docMk/>
      </pc:docMkLst>
      <pc:sldChg chg="addSp delSp modSp mod">
        <pc:chgData name="Girish kumar" userId="a03ec394cb0fcb09" providerId="LiveId" clId="{ACE433F8-249B-41B7-BAC7-82D927F81E27}" dt="2026-01-27T05:41:07.631" v="13" actId="164"/>
        <pc:sldMkLst>
          <pc:docMk/>
          <pc:sldMk cId="690515267" sldId="256"/>
        </pc:sldMkLst>
        <pc:spChg chg="mod topLvl">
          <ac:chgData name="Girish kumar" userId="a03ec394cb0fcb09" providerId="LiveId" clId="{ACE433F8-249B-41B7-BAC7-82D927F81E27}" dt="2026-01-27T05:41:07.631" v="13" actId="164"/>
          <ac:spMkLst>
            <pc:docMk/>
            <pc:sldMk cId="690515267" sldId="256"/>
            <ac:spMk id="4" creationId="{B06D0854-323C-3C54-00E2-292FD6ED4F42}"/>
          </ac:spMkLst>
        </pc:spChg>
        <pc:spChg chg="mod topLvl">
          <ac:chgData name="Girish kumar" userId="a03ec394cb0fcb09" providerId="LiveId" clId="{ACE433F8-249B-41B7-BAC7-82D927F81E27}" dt="2026-01-27T05:41:07.631" v="13" actId="164"/>
          <ac:spMkLst>
            <pc:docMk/>
            <pc:sldMk cId="690515267" sldId="256"/>
            <ac:spMk id="5" creationId="{15DD752E-954E-D10F-5879-4247CEBC6427}"/>
          </ac:spMkLst>
        </pc:spChg>
        <pc:spChg chg="mod topLvl">
          <ac:chgData name="Girish kumar" userId="a03ec394cb0fcb09" providerId="LiveId" clId="{ACE433F8-249B-41B7-BAC7-82D927F81E27}" dt="2026-01-27T05:41:07.631" v="13" actId="164"/>
          <ac:spMkLst>
            <pc:docMk/>
            <pc:sldMk cId="690515267" sldId="256"/>
            <ac:spMk id="6" creationId="{AB7654E8-7B9E-EA7D-FFE6-7830B798A937}"/>
          </ac:spMkLst>
        </pc:spChg>
        <pc:spChg chg="mod topLvl">
          <ac:chgData name="Girish kumar" userId="a03ec394cb0fcb09" providerId="LiveId" clId="{ACE433F8-249B-41B7-BAC7-82D927F81E27}" dt="2026-01-27T05:41:07.631" v="13" actId="164"/>
          <ac:spMkLst>
            <pc:docMk/>
            <pc:sldMk cId="690515267" sldId="256"/>
            <ac:spMk id="10" creationId="{7327ABB3-7C0A-A6EC-26C3-E5221DC6D2EF}"/>
          </ac:spMkLst>
        </pc:spChg>
        <pc:spChg chg="mod topLvl">
          <ac:chgData name="Girish kumar" userId="a03ec394cb0fcb09" providerId="LiveId" clId="{ACE433F8-249B-41B7-BAC7-82D927F81E27}" dt="2026-01-27T05:41:07.631" v="13" actId="164"/>
          <ac:spMkLst>
            <pc:docMk/>
            <pc:sldMk cId="690515267" sldId="256"/>
            <ac:spMk id="12" creationId="{AF8E881C-B566-4D47-A4F1-9617D5039A76}"/>
          </ac:spMkLst>
        </pc:spChg>
        <pc:spChg chg="mod topLvl">
          <ac:chgData name="Girish kumar" userId="a03ec394cb0fcb09" providerId="LiveId" clId="{ACE433F8-249B-41B7-BAC7-82D927F81E27}" dt="2026-01-27T05:41:07.631" v="13" actId="164"/>
          <ac:spMkLst>
            <pc:docMk/>
            <pc:sldMk cId="690515267" sldId="256"/>
            <ac:spMk id="15" creationId="{1EEA89EE-2463-D90B-9003-4CC800DCE2D8}"/>
          </ac:spMkLst>
        </pc:spChg>
        <pc:spChg chg="mod topLvl">
          <ac:chgData name="Girish kumar" userId="a03ec394cb0fcb09" providerId="LiveId" clId="{ACE433F8-249B-41B7-BAC7-82D927F81E27}" dt="2026-01-27T05:41:07.631" v="13" actId="164"/>
          <ac:spMkLst>
            <pc:docMk/>
            <pc:sldMk cId="690515267" sldId="256"/>
            <ac:spMk id="16" creationId="{FFBF77B7-AF15-0BC3-CBBD-A0C0119823CC}"/>
          </ac:spMkLst>
        </pc:spChg>
        <pc:grpChg chg="add del mod">
          <ac:chgData name="Girish kumar" userId="a03ec394cb0fcb09" providerId="LiveId" clId="{ACE433F8-249B-41B7-BAC7-82D927F81E27}" dt="2026-01-27T05:40:38.218" v="6" actId="165"/>
          <ac:grpSpMkLst>
            <pc:docMk/>
            <pc:sldMk cId="690515267" sldId="256"/>
            <ac:grpSpMk id="2" creationId="{68691D3F-BC90-8CE9-7A3F-05A9B99C8E39}"/>
          </ac:grpSpMkLst>
        </pc:grpChg>
        <pc:grpChg chg="add del mod">
          <ac:chgData name="Girish kumar" userId="a03ec394cb0fcb09" providerId="LiveId" clId="{ACE433F8-249B-41B7-BAC7-82D927F81E27}" dt="2026-01-27T05:40:50.047" v="10" actId="165"/>
          <ac:grpSpMkLst>
            <pc:docMk/>
            <pc:sldMk cId="690515267" sldId="256"/>
            <ac:grpSpMk id="3" creationId="{5955713A-5258-4841-D0F6-615F6BDBECCD}"/>
          </ac:grpSpMkLst>
        </pc:grpChg>
        <pc:grpChg chg="add mod">
          <ac:chgData name="Girish kumar" userId="a03ec394cb0fcb09" providerId="LiveId" clId="{ACE433F8-249B-41B7-BAC7-82D927F81E27}" dt="2026-01-27T05:41:07.631" v="13" actId="164"/>
          <ac:grpSpMkLst>
            <pc:docMk/>
            <pc:sldMk cId="690515267" sldId="256"/>
            <ac:grpSpMk id="7" creationId="{85287950-1232-D73B-A19A-9795316EC595}"/>
          </ac:grpSpMkLst>
        </pc:grpChg>
        <pc:grpChg chg="del mod topLvl">
          <ac:chgData name="Girish kumar" userId="a03ec394cb0fcb09" providerId="LiveId" clId="{ACE433F8-249B-41B7-BAC7-82D927F81E27}" dt="2026-01-27T05:38:51.732" v="1" actId="165"/>
          <ac:grpSpMkLst>
            <pc:docMk/>
            <pc:sldMk cId="690515267" sldId="256"/>
            <ac:grpSpMk id="19" creationId="{8EC6C878-B748-2794-4582-DF1B4549F8A8}"/>
          </ac:grpSpMkLst>
        </pc:grpChg>
        <pc:grpChg chg="del">
          <ac:chgData name="Girish kumar" userId="a03ec394cb0fcb09" providerId="LiveId" clId="{ACE433F8-249B-41B7-BAC7-82D927F81E27}" dt="2026-01-27T05:38:46.346" v="0" actId="165"/>
          <ac:grpSpMkLst>
            <pc:docMk/>
            <pc:sldMk cId="690515267" sldId="256"/>
            <ac:grpSpMk id="21" creationId="{1F69D98F-8113-8A2E-6643-CD26930E2E1E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2D20-C6C4-9C00-8689-22A02CEDF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D1091-F498-1655-B270-AEF479F41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F15F1-8093-DCD7-CDE3-5BA353AB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D151A-39CB-62D7-283B-79D6D0C56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471E3-1D73-2F3D-C61C-D215A8BC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733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D7A7-CD8F-6AC1-795D-941A571D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3B8C-31AA-9A58-02EC-052EE458A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DEBF6-F75F-F23F-4DD2-FDEFC3D2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4882E-E305-388C-2A45-1EA7C43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BEF34-86DC-3AC5-499A-0B355420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42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F074D-FD61-A0AD-283F-EE18D4D3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6D205-2FFE-310B-D3AB-2282B807B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6D991-7372-922D-E069-CA58CCD7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FF64D-1144-4FCF-4EA3-219962C6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AC1C2-C674-DB67-C5AA-5A428D458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83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3FD2-1527-AD47-9561-CC460BA35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8D2CA-DC91-AC02-E82A-B0F1D889C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0A1B9-8D6D-C507-92BF-E64E09A47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55630-470A-56F2-91D8-490F7CA2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5E870-6981-A90E-2375-F6C59D4EF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080B2-5359-D609-E449-B75C7256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89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E517-FF82-F73E-95B0-52BE102F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DB8AC-C660-A4E5-EF95-CB5B22FEB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A63EC-F448-9CF7-C61D-2B244697F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53C72E-5CAD-8413-2E01-8742E33AC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8D022-14F7-D297-08BA-5CB754A18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1D9EC-84E0-BD95-0604-C021053E5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814059-A841-5010-082E-1609E648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7EE8C-0E67-2BED-2542-C15EAD0C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0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10058-60E1-69BF-9A4A-9A2FE3EED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4B3EA-B387-9857-EA44-8C947CA9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3BDBA-1201-4EB6-8D6B-08A8BA6A5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8EA07-55F3-D916-9CA9-F16BC8F0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69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3B7E3-1343-F454-66E2-EA69EB69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65AEA6-1D9E-8493-0C28-FD8B19E07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F7216-226C-B052-2F3C-07668ED3A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31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1636-655C-ECE9-B914-109977E34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E6F71-9B90-DABF-934B-23D103EBD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40E59-5720-DF5C-8884-D5336C644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5E239-F044-3C81-EF66-CFE54D02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75D29-13F6-B8A5-0DF2-B0F31351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F7A1D-A7AB-4B18-52C3-70187352A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43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FFD6-D817-1256-08CA-6923133FD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CDA852-8A21-ADD0-F40E-2D418118F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49B20-498A-9A15-D0A9-A7E5955DF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F88D1-4B5D-1096-2DEC-70C46FFCB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B48FA-5BFF-AA6B-54D2-EF0803C7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FC359-BD28-B69A-D582-DA512540A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33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8D6E8-B931-DC16-45D4-5FED7E07F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39F32-B006-5002-DF17-2775F7D16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EAE62-2D6C-D423-201C-CC6496F72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21233-B553-C665-3059-F37F0104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F0BE9-A05A-14B9-752B-2CDF6EF4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98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BE533E-8BBD-AA9B-0773-E1A454FDF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4CD6C-A4A8-42B1-3880-BECCC9E37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30E72-2637-B180-F2F2-74210EDE0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5EDEA-D23A-A10B-270E-3E12D46D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91243-C591-33CD-6E64-7F4F94CF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67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CC75E-E879-6556-069B-6305D3D4E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49588-334A-A3C4-D3FF-9268EE02D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B4581-4973-10F0-FB3A-FCC53FE9E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D2CED-16BA-4727-BA04-81E2066C496F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A0AA6-98EE-E23F-2280-E6ADE0B5B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B8949-7C2B-9F71-1897-3C981E05F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F55C2-10F6-4031-A5A3-0CFDFED3DE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78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5287950-1232-D73B-A19A-9795316EC59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6D0854-323C-3C54-00E2-292FD6ED4F4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DD752E-954E-D10F-5879-4247CEBC6427}"/>
                </a:ext>
              </a:extLst>
            </p:cNvPr>
            <p:cNvSpPr/>
            <p:nvPr/>
          </p:nvSpPr>
          <p:spPr>
            <a:xfrm>
              <a:off x="363795" y="825623"/>
              <a:ext cx="11484070" cy="5889807"/>
            </a:xfrm>
            <a:prstGeom prst="rect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B7654E8-7B9E-EA7D-FFE6-7830B798A937}"/>
                </a:ext>
              </a:extLst>
            </p:cNvPr>
            <p:cNvSpPr/>
            <p:nvPr/>
          </p:nvSpPr>
          <p:spPr>
            <a:xfrm>
              <a:off x="344132" y="189269"/>
              <a:ext cx="11503733" cy="636353"/>
            </a:xfrm>
            <a:prstGeom prst="rect">
              <a:avLst/>
            </a:prstGeom>
            <a:solidFill>
              <a:srgbClr val="8C310C"/>
            </a:solidFill>
            <a:ln>
              <a:solidFill>
                <a:srgbClr val="9B252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800000"/>
                </a:highlight>
              </a:endParaRPr>
            </a:p>
          </p:txBody>
        </p:sp>
        <p:sp>
          <p:nvSpPr>
            <p:cNvPr id="10" name="Flowchart: Delay 9">
              <a:extLst>
                <a:ext uri="{FF2B5EF4-FFF2-40B4-BE49-F238E27FC236}">
                  <a16:creationId xmlns:a16="http://schemas.microsoft.com/office/drawing/2014/main" id="{7327ABB3-7C0A-A6EC-26C3-E5221DC6D2EF}"/>
                </a:ext>
              </a:extLst>
            </p:cNvPr>
            <p:cNvSpPr/>
            <p:nvPr/>
          </p:nvSpPr>
          <p:spPr>
            <a:xfrm>
              <a:off x="11847866" y="189268"/>
              <a:ext cx="304806" cy="957771"/>
            </a:xfrm>
            <a:prstGeom prst="flowChartDelay">
              <a:avLst/>
            </a:prstGeom>
            <a:solidFill>
              <a:srgbClr val="8C310C"/>
            </a:solidFill>
            <a:ln>
              <a:solidFill>
                <a:srgbClr val="8C3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Delay 11">
              <a:extLst>
                <a:ext uri="{FF2B5EF4-FFF2-40B4-BE49-F238E27FC236}">
                  <a16:creationId xmlns:a16="http://schemas.microsoft.com/office/drawing/2014/main" id="{AF8E881C-B566-4D47-A4F1-9617D5039A76}"/>
                </a:ext>
              </a:extLst>
            </p:cNvPr>
            <p:cNvSpPr/>
            <p:nvPr/>
          </p:nvSpPr>
          <p:spPr>
            <a:xfrm>
              <a:off x="11847866" y="825621"/>
              <a:ext cx="157317" cy="321416"/>
            </a:xfrm>
            <a:prstGeom prst="flowChartDelay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>
                  <a:solidFill>
                    <a:srgbClr val="660033"/>
                  </a:solidFill>
                </a:ln>
                <a:solidFill>
                  <a:srgbClr val="8C310C"/>
                </a:solidFill>
              </a:endParaRPr>
            </a:p>
          </p:txBody>
        </p:sp>
        <p:sp>
          <p:nvSpPr>
            <p:cNvPr id="15" name="Flowchart: Delay 14">
              <a:extLst>
                <a:ext uri="{FF2B5EF4-FFF2-40B4-BE49-F238E27FC236}">
                  <a16:creationId xmlns:a16="http://schemas.microsoft.com/office/drawing/2014/main" id="{1EEA89EE-2463-D90B-9003-4CC800DCE2D8}"/>
                </a:ext>
              </a:extLst>
            </p:cNvPr>
            <p:cNvSpPr/>
            <p:nvPr/>
          </p:nvSpPr>
          <p:spPr>
            <a:xfrm rot="10800000">
              <a:off x="39327" y="189267"/>
              <a:ext cx="304804" cy="957771"/>
            </a:xfrm>
            <a:prstGeom prst="flowChartDelay">
              <a:avLst/>
            </a:prstGeom>
            <a:solidFill>
              <a:srgbClr val="8C310C"/>
            </a:solidFill>
            <a:ln>
              <a:solidFill>
                <a:srgbClr val="8C31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Flowchart: Delay 15">
              <a:extLst>
                <a:ext uri="{FF2B5EF4-FFF2-40B4-BE49-F238E27FC236}">
                  <a16:creationId xmlns:a16="http://schemas.microsoft.com/office/drawing/2014/main" id="{FFBF77B7-AF15-0BC3-CBBD-A0C0119823CC}"/>
                </a:ext>
              </a:extLst>
            </p:cNvPr>
            <p:cNvSpPr/>
            <p:nvPr/>
          </p:nvSpPr>
          <p:spPr>
            <a:xfrm rot="10800000">
              <a:off x="196645" y="825621"/>
              <a:ext cx="157317" cy="321416"/>
            </a:xfrm>
            <a:prstGeom prst="flowChartDelay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0515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371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 kumar</dc:creator>
  <cp:lastModifiedBy>Girish kumar</cp:lastModifiedBy>
  <cp:revision>1</cp:revision>
  <dcterms:created xsi:type="dcterms:W3CDTF">2026-01-27T05:34:30Z</dcterms:created>
  <dcterms:modified xsi:type="dcterms:W3CDTF">2026-01-27T05:41:18Z</dcterms:modified>
</cp:coreProperties>
</file>